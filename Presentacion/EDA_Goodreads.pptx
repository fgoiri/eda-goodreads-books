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2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658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Exploratorio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Datos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Dataset: Goodreads Best Books (52k libros)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486400" cy="36576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64008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| Bootcamp Data Science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Goodreads y por qué este dataset?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09728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Goodreads es la mayor red social de lectores del mundo, con más de 150 millones de usuarios.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recoge los 52.478 mejores libros según sus listas, con información sobre ratings, géneros, premios y más.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2860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2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" y="30175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originales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51760" y="22860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5176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~49.000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51760" y="30175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limpieza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22860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0060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00600" y="30175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clave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40" y="22860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4944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49440" y="30175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planteadas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3931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principales: title · author · rating · numRatings · genres · pages · bookFormat · awards · language · likedPercent · bbeScore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Hipótesis planteadas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con más páginas tienen mejor rating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9496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en formato Hardcover tienen mejor rating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series tienen mejores ratings que los libros individuales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9496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concentran la mayoría de las valoraciones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66060" y="365760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360420" y="36576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tienen más premios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Proceso de limpieza de datos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05840"/>
            <a:ext cx="3931920" cy="41148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❌  Columnas eliminadas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508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isbn, bookId, coverImg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series (reemplazada por is_series)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276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description, characters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660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edition, firstPublishDate, price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04495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Filas con rating = 0 o nulos en géneros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31920" cy="41148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70916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 Transformaciones aplicadas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1508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Filtrado por bookFormat (5 formatos válidos)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0600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Eliminación de box sets (#X-Y en series)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2276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Nueva variable is_series (True/False)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2660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Limpieza de columna author → main_author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00600" y="304495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Conversión de pages a numérico</a:t>
            </a:r>
          </a:p>
          <a:p>
            <a:pPr marL="342900" indent="-342900" algn="l">
              <a:buNone/>
            </a:pP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final: ~49.000 libros  ·  15 variables  ·  6.8 MB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Distribución de ratings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669280" cy="347472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00" name="hist_rat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5669280" cy="347472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~4.02 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entre 3.5 - 4.5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pocos &lt; 3.0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sesgada a la derecha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 — ¿Los libros con más páginas tienen mejor rating?</a:t>
            </a:r>
            <a:endParaRPr lang="en-US" sz="2000" dirty="0"/>
          </a:p>
        </p:txBody>
      </p:sp>
      <p:pic>
        <p:nvPicPr>
          <p:cNvPr id="200" name="h1_pagin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PARCIALMENTE CONFIRMADA: Los libros más largos obtienen ligeramente mejor rating (3,97→4,26), aunque la diferencia es mínima. Sí se confirma que acumulan muchas más valoraciones.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— ¿Los libros en formato Hardcover tienen mejor rating?</a:t>
            </a:r>
            <a:endParaRPr lang="en-US" sz="2000" dirty="0"/>
          </a:p>
        </p:txBody>
      </p:sp>
      <p:pic>
        <p:nvPicPr>
          <p:cNvPr id="300" name="h2_hardcov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RECHAZADA: El Hardcover obtiene el rating más bajo (3,99). Los formatos digitales (Kindle 4,12 / ebook 4,07) lideran. El Mass Market Paperback es el más valorado por número de reseñas.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— ¿Las series tienen mejores ratings que los libros individuales?</a:t>
            </a:r>
            <a:endParaRPr lang="en-US" sz="2000" dirty="0"/>
          </a:p>
        </p:txBody>
      </p:sp>
      <p:pic>
        <p:nvPicPr>
          <p:cNvPr id="400" name="h3_ser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Media de valoraciones por libro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Series:  ~23.500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Standalone:  ~19.500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+20% más en sagas 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CONFIRMADA: Las series tienen rating medio 4,03 vs 3,95 de los standalone. Además acumulan más valoraciones (~23.500 vs ~19.500), lo que sugiere fidelización del lector.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&amp; H5 — Autores populares: valoraciones y premios</a:t>
            </a:r>
            <a:endParaRPr lang="en-US" sz="2000" dirty="0"/>
          </a:p>
        </p:txBody>
      </p:sp>
      <p:pic>
        <p:nvPicPr>
          <p:cNvPr id="500" name="h4_auto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pic>
        <p:nvPicPr>
          <p:cNvPr id="501" name="h5_premio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051560"/>
            <a:ext cx="3931920" cy="3108960"/>
          </a:xfrm>
          <a:prstGeom prst="rect">
            <a:avLst/>
          </a:prstGeom>
        </p:spPr>
      </p:pic>
      <p:sp>
        <p:nvSpPr>
          <p:cNvPr id="9" name="Shape 7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CONFIRMADA: J.K. Rowling acumula +24M valoraciones, muy por encima del resto. H5 CONFIRMADA: autores populares tienen 2,44 premios de media vs 0,47 de los no populares.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 — ¿Los libros con más páginas tienen mejor rating?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943600" cy="310896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59436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INSERTAR AQUÍ: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de barras: rating medio por tramo de páginas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(ver diapositiva H1 para gráfico completo)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Rangos: &lt;100 | 100-200 | ... | &gt;1000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675120" y="1051560"/>
            <a:ext cx="21945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6675120" y="10515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↔ rating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75120" y="1463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↑ leve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67512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débil positiva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PARCIALMENTE CONFIRMADA: Tendencia leve al alza (3,97 → 4,26). La diferencia es mínima pero los libros más largos acumulan muchas más valoraciones.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28016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28016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28016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37160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137160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leve, sin diferencia clara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9748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69748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269748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9748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Hardcover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8892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278892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Hardcover: rating más bajo (3,99)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411480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411480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20624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420624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Series: 4,03 vs 3,95 standalone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3212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553212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553212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3212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2356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562356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J.K. Rowling lidera con 24M+ valoraciones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4944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694944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694944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4944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premios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04088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704088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Pop.: 2,44 premios vs 0,47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análisis de géneros · correlación bbeScore · modelo predictivo de rating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4572000" cy="54864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Goodreads Best Books Ever  ·  Kaggle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Python · pandas · matplotlib · seaborn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685</Words>
  <Application>Microsoft Macintosh PowerPoint</Application>
  <PresentationFormat>Presentación en pantalla (16:9)</PresentationFormat>
  <Paragraphs>113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Goodreads - Análisis de Libros</dc:title>
  <dc:subject>PptxGenJS Presentation</dc:subject>
  <dc:creator>PptxGenJS</dc:creator>
  <cp:lastModifiedBy>Fátima Goiri</cp:lastModifiedBy>
  <cp:revision>4</cp:revision>
  <dcterms:created xsi:type="dcterms:W3CDTF">2026-04-12T11:05:01Z</dcterms:created>
  <dcterms:modified xsi:type="dcterms:W3CDTF">2026-04-14T15:12:04Z</dcterms:modified>
</cp:coreProperties>
</file>