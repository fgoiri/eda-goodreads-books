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47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Kaggle? 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19" y="18059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es la plataforma de ciencia de datos de Google. Ofrece datasets públicos, notebooks en la nube, competiciones con premios y una gran comunidad de científicos de datos.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utilizado es "Comprehensive Overview of 52.478 GoodReads Best Books" publicado por The Devastator. Recoge los mejores libros de Goodreads con ratings, géneros, premios, páginas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1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1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1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5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5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5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59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59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59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3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3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3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Kaggle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662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1EBA698-67FE-D8F6-C9AA-FEFE0343A7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16" b="19016"/>
          <a:stretch/>
        </p:blipFill>
        <p:spPr>
          <a:xfrm>
            <a:off x="3507288" y="973890"/>
            <a:ext cx="2129421" cy="878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1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1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1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1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300" noProof="1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200" noProof="1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200" noProof="1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200" noProof="1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200" noProof="1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2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300" noProof="1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200" noProof="1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200" noProof="1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200" noProof="1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200" noProof="1"/>
          </a:p>
        </p:txBody>
      </p:sp>
      <p:sp>
        <p:nvSpPr>
          <p:cNvPr id="18" name="Text 16"/>
          <p:cNvSpPr/>
          <p:nvPr/>
        </p:nvSpPr>
        <p:spPr>
          <a:xfrm>
            <a:off x="4800600" y="3127549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  <a:p>
            <a:pPr marL="342900" indent="-342900" algn="l">
              <a:buNone/>
            </a:pPr>
            <a:endParaRPr lang="es-ES_tradnl" sz="1200" noProof="1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2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2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2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200" noProof="1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157A3F-A59F-92E2-405D-68FDB93D6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51560"/>
            <a:ext cx="437792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4" name="Shape 2"/>
          <p:cNvSpPr/>
          <p:nvPr/>
        </p:nvSpPr>
        <p:spPr>
          <a:xfrm>
            <a:off x="128016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Shape 3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8" name="Shape 6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000" noProof="1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3" name="Text 11"/>
          <p:cNvSpPr/>
          <p:nvPr/>
        </p:nvSpPr>
        <p:spPr>
          <a:xfrm>
            <a:off x="269748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14" name="Shape 12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000" noProof="1"/>
          </a:p>
        </p:txBody>
      </p:sp>
      <p:sp>
        <p:nvSpPr>
          <p:cNvPr id="16" name="Shape 14"/>
          <p:cNvSpPr/>
          <p:nvPr/>
        </p:nvSpPr>
        <p:spPr>
          <a:xfrm>
            <a:off x="411480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Shape 15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8" name="Text 16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9" name="Text 17"/>
          <p:cNvSpPr/>
          <p:nvPr/>
        </p:nvSpPr>
        <p:spPr>
          <a:xfrm>
            <a:off x="411480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0" name="Shape 18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000" noProof="1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Shape 21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4" name="Text 22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5" name="Text 23"/>
          <p:cNvSpPr/>
          <p:nvPr/>
        </p:nvSpPr>
        <p:spPr>
          <a:xfrm>
            <a:off x="553212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6" name="Shape 24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000" noProof="1"/>
          </a:p>
        </p:txBody>
      </p:sp>
      <p:sp>
        <p:nvSpPr>
          <p:cNvPr id="28" name="Shape 26"/>
          <p:cNvSpPr/>
          <p:nvPr/>
        </p:nvSpPr>
        <p:spPr>
          <a:xfrm>
            <a:off x="694944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31" name="Text 29"/>
          <p:cNvSpPr/>
          <p:nvPr/>
        </p:nvSpPr>
        <p:spPr>
          <a:xfrm>
            <a:off x="694944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000" noProof="1"/>
          </a:p>
        </p:txBody>
      </p:sp>
      <p:sp>
        <p:nvSpPr>
          <p:cNvPr id="32" name="Shape 30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s-ES_tradnl" sz="1000" noProof="1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200" i="1" noProof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200" noProof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727</Words>
  <Application>Microsoft Macintosh PowerPoint</Application>
  <PresentationFormat>Presentación en pantalla (16:9)</PresentationFormat>
  <Paragraphs>108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12</cp:revision>
  <dcterms:created xsi:type="dcterms:W3CDTF">2026-04-12T11:05:01Z</dcterms:created>
  <dcterms:modified xsi:type="dcterms:W3CDTF">2026-04-14T19:33:20Z</dcterms:modified>
</cp:coreProperties>
</file>