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7" d="100"/>
          <a:sy n="167" d="100"/>
        </p:scale>
        <p:origin x="2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hist_ratings.png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h1_paginas.png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h2_hardcover.png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h3_series.png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h4_autores.png"/><Relationship Id="rId4" Type="http://schemas.openxmlformats.org/officeDocument/2006/relationships/image" Target="../media/h5_premios.png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Best Books (52k libros)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 y por qué este dataset?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la mayor red social de lectores del mundo, con más de 150 millones de usuarios.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recoge los 52.478 mejores libros según sus listas, con información sobre ratings, géneros, premios y más.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6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60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4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8+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planteadas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3931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097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páginas tienen mejor rating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0972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4800600" y="10972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800600" y="10972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94960" y="1097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en formato Hardcover tienen mejor rating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2860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02920" y="22860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02920" y="22860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2860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tienen mejores ratings que los libros individuales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2860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4800600" y="22860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800600" y="22860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22860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concentran la mayoría de las valoraciones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47472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502920" y="347472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502920" y="347472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97280" y="34747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tienen más premios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 Columnas eliminadas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 Transformaciones aplicadas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(8 formatos válidos)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  ·  6.8 MB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00" name="hist_rat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669280" cy="347472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n-US" sz="2000" dirty="0"/>
          </a:p>
        </p:txBody>
      </p:sp>
      <p:pic>
        <p:nvPicPr>
          <p:cNvPr id="200" name="h1_pagi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Los libros más largos obtienen ligeramente mejor rating (3,97→4,26), aunque la diferencia es mínima. Sí se confirma que acumulan muchas más valoraciones.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¿Los libros en formato Hardcover tienen mejor rating?</a:t>
            </a:r>
            <a:endParaRPr lang="en-US" sz="2000" dirty="0"/>
          </a:p>
        </p:txBody>
      </p:sp>
      <p:pic>
        <p:nvPicPr>
          <p:cNvPr id="300" name="h2_hardcov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RECHAZADA: El Hardcover obtiene el rating más bajo (3,99). Los formatos digitales (Kindle 4,12 / ebook 4,07) lideran. El Mass Market Paperback es el más valorado por número de reseñas.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¿Las series tienen mejores ratings que los libros individuales?</a:t>
            </a:r>
            <a:endParaRPr lang="en-US" sz="2000" dirty="0"/>
          </a:p>
        </p:txBody>
      </p:sp>
      <p:pic>
        <p:nvPicPr>
          <p:cNvPr id="400" name="h3_ser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Media de valoraciones por libro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 ~23.500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Standalone:  ~19.500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 más en sagas 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CONFIRMADA: Las series tienen rating medio 4,03 vs 3,95 de los standalone. Además acumulan más valoraciones (~23.500 vs ~19.500), lo que sugiere fidelización del lector.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Autores populares: valoraciones y premios</a:t>
            </a:r>
            <a:endParaRPr lang="en-US" sz="2000" dirty="0"/>
          </a:p>
        </p:txBody>
      </p:sp>
      <p:pic>
        <p:nvPicPr>
          <p:cNvPr id="500" name="h4_au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pic>
        <p:nvPicPr>
          <p:cNvPr id="501" name="h5_premi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3931920" cy="310896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CONFIRMADA: J.K. Rowling acumula +24M valoraciones, muy por encima del resto. H5 CONFIRMADA: autores populares tienen 2,44 premios de media vs 0,47 de los no populares.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94360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59436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barras: rating medio por tramo de páginas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 diapositiva H1 para gráfico completo)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Rangos: &lt;100 | 100-200 | ... | &gt;1000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675120" y="1051560"/>
            <a:ext cx="2194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675120" y="1051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↔ rating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75120" y="1463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↑ leve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67512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débil positiva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Tendencia leve al alza (3,97 → 4,26). La diferencia es mínima pero los libros más largos acumulan muchas más valoraciones.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leve, sin diferencia clara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6596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196596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196596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96596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Hardcover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5740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205740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Hardcover: rating más bajo (3,99)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38328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7472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347472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4,03 vs 3,95 standalone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060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80060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0060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9204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89204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J.K. Rowling lidera con 24M+ valoraciones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621792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621792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1792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premios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0936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630936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Pop.: 2,44 premios vs 0,47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 Ever  ·  Kaggle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785</Words>
  <Application>Microsoft Macintosh PowerPoint</Application>
  <PresentationFormat>Presentación en pantalla (16:9)</PresentationFormat>
  <Paragraphs>147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2</cp:revision>
  <dcterms:created xsi:type="dcterms:W3CDTF">2026-04-12T11:05:01Z</dcterms:created>
  <dcterms:modified xsi:type="dcterms:W3CDTF">2026-04-14T07:10:10Z</dcterms:modified>
</cp:coreProperties>
</file>