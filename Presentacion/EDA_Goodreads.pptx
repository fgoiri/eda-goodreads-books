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Exploratorio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Dataset: Goodreads Best Books (52k libros)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486400" cy="3657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| Curso de Data Science  •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Goodreads y por qué este dataset?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es la mayor red social de lectores del mundo, con más de 150 millones de usuarios.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recoge los 52.478 mejores libros según sus listas, con información sobre ratings, géneros, premios y más.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52.478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originales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~49.000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limpieza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286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4944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planteadas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principales: title · author · rating · numRatings · genres · pages · bookFormat · awards · language · likedPercent · bbeScore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Hipótesis planteadas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libros con más valoraciones tienen un rating medio más alto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97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libros muy cortos o muy largos tienen peores ratings que los de longitud media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28600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Hardcover tienen mejor rating que el resto de formatos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8600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28600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libros premiados tienen mejor rating y más valoraciones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47472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474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autores más prolíficos no son necesariamente los mejor valorados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74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474720"/>
            <a:ext cx="502920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474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libros de sagas tienen más valoraciones que los standalone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 de limpieza de datos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93192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Columnas eliminadas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isbn, bookId, coverImg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series (reemplazada por is_series)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76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description, characters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edition, firstPublishDate, price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Filas con rating = 0 o nulos en géneros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Transformaciones aplicadas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Filtrado por bookFormat (8 formatos válidos)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892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Eliminación de box sets (#X-Y en series)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276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Nueva variable is_series (True/False)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60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Limpieza de columna author → main_author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044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Conversión de pages a numérico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8138160" cy="54864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97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final: ~49.000 libros  ·  15 variables  ·  6.8 MB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de ratings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669280" cy="347472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distribución de ratings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(sns.histplot de 'rating' con kde=True)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51560"/>
            <a:ext cx="246888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clave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600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~4.02 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313432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313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entre 3.5 - 4.5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026664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0266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pocos &lt; 3.0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739896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7398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sesgada a la derecha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¿Influye la longitud del libro en su valoración?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32104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321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= Rating medio por rango de páginas (eje Y izquierdo, azul)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verde = Media de valoraciones por libro (eje Y derecho)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Rangos: &lt;100 | 100-200 | 200-300 | 300-400 | 400-500 | 500-700 | 700-1000 | &gt;1000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H2: ¿CONFIRMADA o RECHAZADA? → Añadir conclusión tras analizar el gráfico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¿Los Hardcover tienen mejores ratings?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32104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321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por bookFormat = Rating 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(Hardcover en color dorado/destacado, resto en azul)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verde = Media de valoraciones por formato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Formatos: Hardcover | Paperback | Mass Market Paperback | Kindle | ebook | Nook | Trade Paperback | Library Binding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H3: ¿CONFIRMADA o RECHAZADA? → Añadir conclusión tras analizar el gráfico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 — ¿Las sagas reciben más valoraciones que los standalone?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comparativas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medio: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Sagas vs Standalone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(df.groupby('is_series')['rating'].mean())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393192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comparativas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numRatings: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Sagas vs Standalone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(df.groupby('is_series')['numRatings'].mean())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H6: ¿CONFIRMADA o RECHAZADA? → Añadir conclusión tras analizar los gráficos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 &amp; H5 — Premios y autores famosos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autores por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libros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su rating 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(barh de autor_stats)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393192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rating 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CON premios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SIN premios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(barras o pie chart)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y H5: ¿CONFIRMADAS o RECHAZADAS? → Añadir conclusión tras analizar los gráficos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¿Más valoraciones = mejor rating?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943600" cy="3108960"/>
          </a:xfrm>
          <a:prstGeom prst="rect">
            <a:avLst/>
          </a:prstGeom>
          <a:solidFill>
            <a:srgbClr val="F5E6CC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INSERTAR AQUÍ: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numRatings (escala log) vs rating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(sns.scatterplot con alpha=0.2)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= 1 libro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0" y="105156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numRatings ↔ rating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1463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Añadir valor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F5E6CC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H1: ¿CONFIRMADA o RECHAZADA? → Añadir conclusión tras analizar el gráfico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5740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famosos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1188720"/>
            <a:ext cx="1234440" cy="2560320"/>
          </a:xfrm>
          <a:prstGeom prst="rect">
            <a:avLst/>
          </a:prstGeom>
          <a:solidFill>
            <a:srgbClr val="2A1505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188720"/>
            <a:ext cx="1234440" cy="4572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1188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352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Standalone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26680" y="2560320"/>
            <a:ext cx="1051560" cy="6400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25603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análisis de géneros · correlación bbeScore · modelo predictivo de rating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4572000" cy="54864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Goodreads Best Books Ever  ·  Kaggle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Python · pandas · matplotlib · seaborn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Goodreads - Análisis de Libros</dc:title>
  <dc:subject>PptxGenJS Presentation</dc:subject>
  <dc:creator>PptxGenJS</dc:creator>
  <cp:lastModifiedBy>PptxGenJS</cp:lastModifiedBy>
  <cp:revision>1</cp:revision>
  <dcterms:created xsi:type="dcterms:W3CDTF">2026-04-12T11:05:01Z</dcterms:created>
  <dcterms:modified xsi:type="dcterms:W3CDTF">2026-04-12T11:05:01Z</dcterms:modified>
</cp:coreProperties>
</file>