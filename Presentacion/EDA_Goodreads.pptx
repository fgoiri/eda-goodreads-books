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7" d="100"/>
          <a:sy n="167" d="100"/>
        </p:scale>
        <p:origin x="2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Best Books (52k libros)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 y por qué este dataset?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la mayor red social de lectores del mundo, con más de 150 millones de usuarios.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recoge los 52.478 mejores libros según sus listas, con información sobre ratings, géneros, premios y más.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28600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0175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planteadas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39319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097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valoraciones tienen un rating medio más alto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0972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800600" y="10972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800600" y="10972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10972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muy cortos o muy largos tienen peores ratings que los de longitud media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2860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502920" y="22860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502920" y="22860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2860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Hardcover tienen mejor rating que el resto de formatos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22860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4800600" y="22860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00600" y="22860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2860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premiados tienen mejor rating y más valoraciones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47472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502920" y="347472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02920" y="347472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34747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más prolíficos no son necesariamente los mejor valorados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00600" y="347472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800600" y="347472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800600" y="347472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94960" y="34747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de sagas tienen más valoraciones que los standalone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❌  Columnas eliminadas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✅  Transformaciones aplicadas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(8 formatos válidos)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  ·  6.8 MB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Histograma distribución de ratings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(sns.histplot de 'rating' con kde=True)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¿Influye la longitud del libro en su valoración?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832104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8321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= Rating medio por rango de páginas (eje Y izquierdo, azul)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verde = Media de valoraciones por libro (eje Y derecho)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Rangos: &lt;100 | 100-200 | 200-300 | 300-400 | 400-500 | 500-700 | 700-1000 | &gt;1000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H2: ¿CONFIRMADA o RECHAZADA? → Añadir conclusión tras analizar el gráfico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¿Los Hardcover tienen mejores ratings?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832104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8321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por bookFormat = Rating medio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(Hardcover en color dorado/destacado, resto en azul)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verde = Media de valoraciones por formato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Formatos: Hardcover | Paperback | Mass Market Paperback | Kindle | ebook | Nook | Trade Paperback | Library Binding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H3: ¿CONFIRMADA o RECHAZADA? → Añadir conclusión tras analizar el gráfico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H6 — ¿Las sagas reciben más valoraciones que los standalone?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393192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comparativas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medio: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Sagas vs Standalone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(df.groupby('is_series')['rating'].mean())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comparativas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de numRatings: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Sagas vs Standalone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(df.groupby('is_series')['numRatings'].mean())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H6: ¿CONFIRMADA o RECHAZADA? → Añadir conclusión tras analizar los gráficos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Premios y autores famosos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393192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autores por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libros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su rating medio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(barh de autor_stats)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rating medio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CON premios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SIN premios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(barras o pie chart)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y H5: ¿CONFIRMADAS o RECHAZADAS? → Añadir conclusión tras analizar los gráficos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¿Más valoraciones = mejor rating?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943600" cy="310896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5943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INSERTAR AQUÍ: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plot: numRatings (escala log) vs rating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(sns.scatterplot con alpha=0.2)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punto = 1 libro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675120" y="1051560"/>
            <a:ext cx="21945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6675120" y="1051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numRatings ↔ rating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75120" y="1463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X.XX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675120" y="2057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Añadir valor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H1: ¿CONFIRMADA o RECHAZADA? → Añadir conclusión tras analizar el gráfico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Popularidad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6596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196596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196596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6596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5740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205740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38328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7472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347472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480060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80060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Premios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9204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5"/>
          <p:cNvSpPr/>
          <p:nvPr/>
        </p:nvSpPr>
        <p:spPr>
          <a:xfrm>
            <a:off x="489204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7"/>
          <p:cNvSpPr/>
          <p:nvPr/>
        </p:nvSpPr>
        <p:spPr>
          <a:xfrm>
            <a:off x="621792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621792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1792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famosos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0936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630936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35240" y="118872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7635240" y="118872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7635240" y="11887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635240" y="169164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Standalone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26680" y="256032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Text 37"/>
          <p:cNvSpPr/>
          <p:nvPr/>
        </p:nvSpPr>
        <p:spPr>
          <a:xfrm>
            <a:off x="7726680" y="256032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✗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785</Words>
  <Application>Microsoft Macintosh PowerPoint</Application>
  <PresentationFormat>Presentación en pantalla (16:9)</PresentationFormat>
  <Paragraphs>147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2</cp:revision>
  <dcterms:created xsi:type="dcterms:W3CDTF">2026-04-12T11:05:01Z</dcterms:created>
  <dcterms:modified xsi:type="dcterms:W3CDTF">2026-04-14T07:10:10Z</dcterms:modified>
</cp:coreProperties>
</file>